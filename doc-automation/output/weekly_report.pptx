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주간 업무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2026-02-16 ~ 2026-02-22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47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작성일: 2026-02-26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핵심 지표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</a:defRPr>
            </a:pPr>
            <a:r>
              <a:t>총 매출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58,931,000원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C878"/>
                </a:solidFill>
              </a:defRPr>
            </a:pPr>
            <a:r>
              <a:t>▲ 46.4% 전주 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</a:defRPr>
            </a:pPr>
            <a:r>
              <a:t>총 판매량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3,356개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371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</a:defRPr>
            </a:pPr>
            <a:r>
              <a:t>일 평균 매출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8,418,714원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TOP 5 상품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0698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0D9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무선 이어폰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</a:defRPr>
            </a:pPr>
            <a:r>
              <a:t>21,600,000원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</a:defRPr>
            </a:pPr>
            <a:r>
              <a:t>720개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10698480" cy="411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0D9"/>
                </a:solidFill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스마트 워치 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</a:defRPr>
            </a:pPr>
            <a:r>
              <a:t>14,360,000원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</a:defRPr>
            </a:pPr>
            <a:r>
              <a:t>359개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37760"/>
            <a:ext cx="10698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0D9"/>
                </a:solidFill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에르고 키보드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</a:defRPr>
            </a:pPr>
            <a:r>
              <a:t>10,500,000원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</a:defRPr>
            </a:pPr>
            <a:r>
              <a:t>350개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94960"/>
            <a:ext cx="10698480" cy="411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440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0D9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USB-C 멀티허브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</a:defRPr>
            </a:pPr>
            <a:r>
              <a:t>5,460,000원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</a:defRPr>
            </a:pPr>
            <a:r>
              <a:t>455개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852160"/>
            <a:ext cx="10698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97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0D9"/>
                </a:solidFill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프리미엄 노트북 파우치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</a:defRPr>
            </a:pPr>
            <a:r>
              <a:t>3,366,000원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</a:defRPr>
            </a:pPr>
            <a:r>
              <a:t>561개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상세 분석</a:t>
            </a:r>
          </a:p>
        </p:txBody>
      </p:sp>
      <p:pic>
        <p:nvPicPr>
          <p:cNvPr id="5" name="Picture 4" descr="dai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200400"/>
          </a:xfrm>
          <a:prstGeom prst="rect">
            <a:avLst/>
          </a:prstGeom>
        </p:spPr>
      </p:pic>
      <p:pic>
        <p:nvPicPr>
          <p:cNvPr id="6" name="Picture 5" descr="categor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188720"/>
            <a:ext cx="4114800" cy="4114800"/>
          </a:xfrm>
          <a:prstGeom prst="rect">
            <a:avLst/>
          </a:prstGeom>
        </p:spPr>
      </p:pic>
      <p:pic>
        <p:nvPicPr>
          <p:cNvPr id="7" name="Picture 6" descr="top_produ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0"/>
            <a:ext cx="68580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주요 이슈 &amp; 액션 아이템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주요 이슈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228600" cy="2286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매출 전주 대비 46.4% 성장 — 성공 요인 분석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86000"/>
            <a:ext cx="228600" cy="2286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'무선 이어폰 Pro' 매출 1위 — 재고 관리 주의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88920"/>
            <a:ext cx="228600" cy="2286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데이터 기반 의사결정 체계 개선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액션 아이템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1783080"/>
            <a:ext cx="228600" cy="228600"/>
          </a:xfrm>
          <a:prstGeom prst="ellipse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매출 변동 원인 심층 분석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286000"/>
            <a:ext cx="228600" cy="228600"/>
          </a:xfrm>
          <a:prstGeom prst="ellipse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TOP 상품 프로모션 전략 수립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788920"/>
            <a:ext cx="228600" cy="228600"/>
          </a:xfrm>
          <a:prstGeom prst="ellipse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재고 최적화 회의 진행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291839"/>
            <a:ext cx="228600" cy="228600"/>
          </a:xfrm>
          <a:prstGeom prst="ellipse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다음주 목표 KPI 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다음 주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주간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</a:defRPr>
            </a:pPr>
            <a:r>
              <a:t>매출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61,877,550원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</a:defRPr>
            </a:pPr>
            <a:r>
              <a:t>성장률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73736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</a:defRPr>
            </a:pPr>
            <a:r>
              <a:t>신규 고객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</a:defRPr>
            </a:pPr>
            <a:r>
              <a:t>+10명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주요 일정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698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주간 킥오프 미팅 &amp; KPI 리뷰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92040"/>
            <a:ext cx="10698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화~수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9377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프로모션 캠페인 기획 및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59"/>
            <a:ext cx="10698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4406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중간 점검 및 전략 조정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97879"/>
            <a:ext cx="10698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9435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94359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주간 마감 및 보고서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