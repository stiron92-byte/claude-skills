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이 슬라이드는 제거됩니다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